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1371600"/>
          </a:xfrm>
          <a:prstGeom prst="rect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SCOLAIRE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Comportements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Risque chez les Jeunes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4114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• Addictions • Conséquences Scolaires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sociologique &amp; analyse de terrain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DU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2331720"/>
            <a:ext cx="2286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457200"/>
            <a:ext cx="5120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937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576072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493776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1033272"/>
            <a:ext cx="5120640" cy="4754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0698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1152144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06984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Violence en Milieu Scolaire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1609344"/>
            <a:ext cx="5120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6459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1728216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64592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Addictions : Cigarettes &amp; Drogues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2185416"/>
            <a:ext cx="5120640" cy="4754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22219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15968" y="2304288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22199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Nerveux &amp; Psychologiques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49040" y="2761488"/>
            <a:ext cx="5120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27980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5968" y="2880360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279806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 Scolaires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49040" y="3337560"/>
            <a:ext cx="5120640" cy="4754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8" name="Text 26"/>
          <p:cNvSpPr/>
          <p:nvPr/>
        </p:nvSpPr>
        <p:spPr>
          <a:xfrm>
            <a:off x="3794760" y="33741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15968" y="3456432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3374136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 Personnelles &amp; Sociales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49040" y="3913632"/>
            <a:ext cx="5120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794760" y="39502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15968" y="4032504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4" name="Text 32"/>
          <p:cNvSpPr/>
          <p:nvPr/>
        </p:nvSpPr>
        <p:spPr>
          <a:xfrm>
            <a:off x="4434840" y="395020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 &amp; Analyse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749040" y="4489704"/>
            <a:ext cx="5120640" cy="4754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6" name="Text 34"/>
          <p:cNvSpPr/>
          <p:nvPr/>
        </p:nvSpPr>
        <p:spPr>
          <a:xfrm>
            <a:off x="3794760" y="45262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15968" y="4608576"/>
            <a:ext cx="36576" cy="2377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452628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Déduction &amp; Recommandations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Introduction &amp; Problématique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adolescents d'aujourd'hui font face à de nombreux défis qui peuvent compromettre leur développement scolaire, psychologique et social. Entre la pression des examens, l'exposition à la violence et l'accès facilité à des substances addictives, les jeunes évoluent dans un environnement à risques multiples.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2651760" cy="22860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lycéens ont déjà consommé du tabac avant 16 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468880"/>
            <a:ext cx="2651760" cy="22860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1/4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3375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élèves déclarent avoir subi ou exercé de la violence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2651760" cy="2286000"/>
          </a:xfrm>
          <a:prstGeom prst="rect">
            <a:avLst/>
          </a:prstGeom>
          <a:solidFill>
            <a:srgbClr val="1A7F6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1792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ressentent un stress excessif lié aux examens scolaires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La Violence en Milieu Scolaire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&amp; Formes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violence scolaire englobe toutes les formes d'agression physique, verbale ou psychologique survenant dans l'environnement éducatif. Elle peut être 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70048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: coups, bousculades, bagarre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Verbale : insultes, menaces, humiliations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Psychologique : harcèlement, intimidation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Cyberharcèlement : réseaux sociaux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188720"/>
            <a:ext cx="420624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298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Principales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familial instable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supervision éducative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du groupe de pairs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0632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063240"/>
            <a:ext cx="4206240" cy="64008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sur l'Élève Victime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36301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Anxiété, dépression, phobie scolaire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significative des résultats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social et repli sur soi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Les Addictions : Cigarettes &amp; Drogues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L'addiction est un état de dépendance physique et/ou psychologique envers une substance. Chez les jeunes, l'initiation précoce augmente considérablement les risques de dépendance à long terme.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274320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57400"/>
            <a:ext cx="2743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8483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🚬 Tabac &amp; Cigarette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substance consommée par les jeunes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: dépendance à la nicotine, toux chronique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 de la concentration en classe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d'entrée vers d'autres substances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274320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57400"/>
            <a:ext cx="2743200" cy="502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08483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Drogues Diverses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633472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: affect la mémoire et l'attention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Alcool : désinhibition et comportements violents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 détournés en automédication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aggravé par la pression scolaire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2057400"/>
            <a:ext cx="274320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057400"/>
            <a:ext cx="2743200" cy="502920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08483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Facteurs de Risque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633472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Curiosité et pression du groupe social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soulagement du stress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d'information et de prévention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des substances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Effets Nerveux &amp; Psychologiques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371600"/>
            <a:ext cx="7635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371600"/>
            <a:ext cx="73152" cy="6400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408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00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Agitation, troubles du sommeil, irritabilité, difficulté de concentration, maux de tête fréquents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43000" y="2560320"/>
            <a:ext cx="7635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2560320"/>
            <a:ext cx="73152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8895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Anxiété chronique, dépression légère, baisse des performances cognitives, isolement progressif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640080" cy="640080"/>
          </a:xfrm>
          <a:prstGeom prst="ellipse">
            <a:avLst/>
          </a:prstGeom>
          <a:solidFill>
            <a:srgbClr val="1A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3749040"/>
            <a:ext cx="7635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43000" y="3749040"/>
            <a:ext cx="73152" cy="6400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785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0782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 mentaux graves, décrochage scolaire définitif, dépendance installée, exclusion sociale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2245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substances psychoactives perturbent directement les neurotransmetteurs responsables de la motivation, de la mémoire et de la régulation émotionnelle chez l'adolescent. 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Conséquences Scolaires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Absentéisme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426464"/>
            <a:ext cx="411480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1426464"/>
            <a:ext cx="2962656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522976" y="13898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résultats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139696"/>
            <a:ext cx="411480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2139696"/>
            <a:ext cx="349758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605790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163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fréquents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852928"/>
            <a:ext cx="411480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2852928"/>
            <a:ext cx="2386584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904" y="28163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5295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Décrochage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3566160"/>
            <a:ext cx="411480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9" name="Shape 17"/>
          <p:cNvSpPr/>
          <p:nvPr/>
        </p:nvSpPr>
        <p:spPr>
          <a:xfrm>
            <a:off x="2468880" y="3566160"/>
            <a:ext cx="1810512" cy="347472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35295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2428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4279392"/>
            <a:ext cx="4114800" cy="347472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3" name="Shape 21"/>
          <p:cNvSpPr/>
          <p:nvPr/>
        </p:nvSpPr>
        <p:spPr>
          <a:xfrm>
            <a:off x="2468880" y="4279392"/>
            <a:ext cx="1275588" cy="34747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4" name="Text 22"/>
          <p:cNvSpPr/>
          <p:nvPr/>
        </p:nvSpPr>
        <p:spPr>
          <a:xfrm>
            <a:off x="3835908" y="42428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1234440"/>
            <a:ext cx="1965960" cy="3657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234440"/>
            <a:ext cx="196596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344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1783080"/>
            <a:ext cx="1783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pression du Baccalauréat amplifie tous ces comportements à risque.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cumul violence + addiction multiplie par 3 le risque de décrochage.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L'intervention précoce est décisive.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Conséquences Personnelles &amp; Sociales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691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Mentale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Dépression, anxiété sévère, faible estime de soi, idées sombres récurrentes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73152" cy="16916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8348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Sociales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Isolement, conflits familiaux, ruptures amicales, dépendance affective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73152" cy="1691640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822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 Professionnel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insuffisants, abandon des études, difficultés d'insertion professionnelle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08960"/>
            <a:ext cx="73152" cy="16916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83480" y="3822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Juridique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4206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légaux liés aux drogues, violence sanctionnée, casier judiciaire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Témoignages &amp; Analyse Sociologique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234440"/>
            <a:ext cx="75438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123444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289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ans – Terminale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58191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"Depuis que je fume, j'ai du mal à me concentrer pendant les cours. Je sais que c'est mauvais mais la pression du bac m'a poussé à commencer."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685800" cy="685800"/>
          </a:xfrm>
          <a:prstGeom prst="ellipse">
            <a:avLst/>
          </a:prstGeom>
          <a:solidFill>
            <a:srgbClr val="1A7F6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34440" y="2441448"/>
            <a:ext cx="75438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34440" y="2441448"/>
            <a:ext cx="73152" cy="1005840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ans – Seconde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7889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"Il y a de la violence dans ma classe presque chaque semaine. Certains élèves intimident les autres. Ça crée une ambiance où personne ne peut apprendre."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685800" cy="685800"/>
          </a:xfrm>
          <a:prstGeom prst="ellipse">
            <a:avLst/>
          </a:prstGeom>
          <a:solidFill>
            <a:srgbClr val="1A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941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3648456"/>
            <a:ext cx="75438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34440" y="3648456"/>
            <a:ext cx="73152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1" name="Text 19"/>
          <p:cNvSpPr/>
          <p:nvPr/>
        </p:nvSpPr>
        <p:spPr>
          <a:xfrm>
            <a:off x="14173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ans – Terminale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99592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"J'ai eu des camarades qui ont décroché à cause du stress et des mauvaises fréquentations. L'environnement influence vraiment nos choix."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— Déduction &amp; Recommandations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2344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violence, les addictions et la pression scolaire forment un triangle néfaste qui fragilise durablement le développement des jeunes. Une approche préventive, éducative et sociologique est indispensable.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53288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&amp; Sensibilisation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programmes de prévention sur les addictions dès le collège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0328" y="2532888"/>
            <a:ext cx="548640" cy="548640"/>
          </a:xfrm>
          <a:prstGeom prst="ellipse">
            <a:avLst/>
          </a:prstGeom>
          <a:solidFill>
            <a:srgbClr val="1A7F6E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423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Psychologique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834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la présence de conseillers scolaires et psychologues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813048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703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 Familial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114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Impliquer les familles dans la détection des comportements à risque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36118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3813048"/>
            <a:ext cx="548640" cy="548640"/>
          </a:xfrm>
          <a:prstGeom prst="ellipse">
            <a:avLst/>
          </a:prstGeom>
          <a:solidFill>
            <a:srgbClr val="1A2E4A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703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Sécurisé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4114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des espaces d'écoute et de médiation dans les établissements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7F6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E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aujourd'hui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protéger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demain.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36576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29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met en lumière les liens étroits entre violence, addiction et échec scolaire. La jeunesse mérite un environnement éducatif sain, bienveillant et outillé pour faire face à ces défis. La prévention reste le meilleur investissement pour l'avenir.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2651760" cy="26517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097280"/>
            <a:ext cx="2286000" cy="2651760"/>
          </a:xfrm>
          <a:prstGeom prst="rect">
            <a:avLst/>
          </a:prstGeom>
          <a:solidFill>
            <a:srgbClr val="1A7F6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2801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contre 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592" y="5079492"/>
            <a:ext cx="8979408" cy="64008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Comportements à Risque chez les Jeunes</dc:title>
  <dc:subject>PptxGenJS Presentation</dc:subject>
  <dc:creator>PptxGenJS</dc:creator>
  <cp:lastModifiedBy>PptxGenJS</cp:lastModifiedBy>
  <cp:revision>1</cp:revision>
  <dcterms:created xsi:type="dcterms:W3CDTF">2026-04-25T23:35:06Z</dcterms:created>
  <dcterms:modified xsi:type="dcterms:W3CDTF">2026-04-25T23:35:06Z</dcterms:modified>
</cp:coreProperties>
</file>